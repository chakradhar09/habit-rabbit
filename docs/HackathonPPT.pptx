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56115-3BCE-30A9-00FD-A9E03DD3C4A3}" v="6" dt="2026-02-21T06:56:40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7027-0C0A-016F-3697-8F4711AE5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39145-16E1-EB85-9E1C-0DA3B002E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C0557-357D-57BB-D73B-351A5C84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3057-26D0-3F03-610F-5908D093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173F9-AFA0-1AE4-31A8-565CD813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98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AB4A-0810-6CA3-EEF0-F8A007E8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0656-B505-71C5-EFD6-8D806976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BFC15-6EF9-11F9-D4D3-8E9F1C40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A6C59-3845-5A32-795A-05ED4520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A730-3D33-BACB-9A08-A5E796A2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75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7A5F-C977-D0F5-077C-53FD5EC1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965BC-AF1F-644C-AB1A-EB8F87A10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4E81-903E-3B37-4073-634E3F19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82C47-3EED-0CAB-1320-ABA6E269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7A5C6-7B3F-0B70-2E7C-E0721893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1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082F-F6B6-E2E1-1C0B-C71F6D0C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341C1-914B-57C4-34C8-87F897B68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31C85-3533-647A-B531-2E7B45774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55AD7-80D9-6F55-B366-71CEE524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D048A-E2A7-1D48-F65F-AD9D0CD1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C7D27-B494-0D26-332B-88BBA992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3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38B6-7D9E-150C-71E8-86B39644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45D9D-1525-3B64-9C37-C24C1C29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1666E-9265-3788-3ECE-D6F77A8B3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AA00D-3855-27D3-2792-CA1F4BBF4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5B8FD-D3B2-0CBF-0005-E5135DD42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3269E-A0F0-7FB7-F2E6-6F3EE49F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0043C1-B348-67B7-7A4D-02FEC931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1C037-6CFE-1D6C-B471-EBBDF4C5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51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C9DF-A320-7361-2AD9-589FAAFA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16264-A413-1BE0-FE22-AD84EFA3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B7D9C-8311-10B4-7338-A703DCF5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EDB78-79B5-68B3-34EA-5100A0C3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74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6348C-D283-660C-AFE9-FDE1C972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AFF70-F9CD-3325-E254-8317BAF9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7EE1-7AE5-CFE1-C37A-FE0E0B6E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32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E831-0F84-4F63-FBDD-7BEB3C1D1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687B0-7179-BC7E-475E-CA3677B8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50EF5-A584-B0B3-0C84-7625F600F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D0550-5FFB-5939-277D-821ACE7B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9EDE2-F98A-529C-C84F-31E5BF20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56103-FB86-3C94-E266-2F206BDD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99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B0C3-EE2F-4DE6-51A2-D53EBC72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326C2-CBF7-8E6F-53C3-3C7441CBF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7317E-12CA-CB5F-4439-0D5D222F5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BE61B-DA13-400E-68E2-1DC9030D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AC67F-0C86-654C-6F7F-D9A2E713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DE7F1-8A98-999A-929E-65B0E908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46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4677-390E-7B8F-ABD6-41993EDC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D0021-2C06-3731-129A-ED0E97F86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25F8C-0017-F99C-0B4F-3CD66903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3848E-1854-AC6B-9AE9-ED611772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1F0F-3E66-3483-DCA4-A98AE149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85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28BE6-5A65-BA28-1B94-62AD54A3C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DB5F2B-17E1-80AB-6592-A5208BE6D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C3E42-FB0D-3E63-ABFE-B81E059C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56306-695A-8143-D395-FF659EC5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8345D-4A97-66FC-5ECD-FD1C1F92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3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5D1623-CC2B-3E57-8039-ECB0A62C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06F44-1AC5-B109-A557-BEB4EC222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43FCF-4CE9-0418-A386-2F302957E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DA15C-FF4C-45A6-8088-602084C94597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41DDD-F7FD-B18A-F377-14AA0CD47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3BF0B-D945-C1DF-67F3-B25242464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8491F-EFC5-4229-9EC0-BA5A58039D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474DA0-A606-DC19-FCDD-0A349D75AB81}"/>
              </a:ext>
            </a:extLst>
          </p:cNvPr>
          <p:cNvSpPr txBox="1"/>
          <p:nvPr/>
        </p:nvSpPr>
        <p:spPr>
          <a:xfrm>
            <a:off x="103632" y="1157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rgbClr val="FF0000"/>
                </a:solidFill>
              </a:rPr>
              <a:t>Habit Rabbit</a:t>
            </a:r>
          </a:p>
          <a:p>
            <a:pPr>
              <a:buNone/>
            </a:pPr>
            <a:r>
              <a:rPr lang="en-US" b="1">
                <a:solidFill>
                  <a:srgbClr val="FF0000"/>
                </a:solidFill>
              </a:rPr>
              <a:t>Smart Habit Tracking for Consistent 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29EE0-C7C3-D27D-83EC-13C6A550F1FE}"/>
              </a:ext>
            </a:extLst>
          </p:cNvPr>
          <p:cNvSpPr txBox="1"/>
          <p:nvPr/>
        </p:nvSpPr>
        <p:spPr>
          <a:xfrm>
            <a:off x="103632" y="870680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PROBLEM STATEMENT</a:t>
            </a:r>
          </a:p>
          <a:p>
            <a:pPr>
              <a:buNone/>
            </a:pPr>
            <a:r>
              <a:rPr lang="en-US" sz="1400"/>
              <a:t>Build a web or mobile application that allows users to create habits, mark daily completion, and view their progress over time using simple statistics, streak counters, and visual indicators.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9C5BE5-2ADC-BB58-59A6-9B7D07B5AB2E}"/>
              </a:ext>
            </a:extLst>
          </p:cNvPr>
          <p:cNvSpPr txBox="1"/>
          <p:nvPr/>
        </p:nvSpPr>
        <p:spPr>
          <a:xfrm>
            <a:off x="103632" y="1978676"/>
            <a:ext cx="60944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PROBLEM CONTEXT</a:t>
            </a:r>
          </a:p>
          <a:p>
            <a:pPr>
              <a:buNone/>
            </a:pPr>
            <a:r>
              <a:rPr lang="en-US" sz="1400"/>
              <a:t>Many students and professionals struggle to maintain daily habits due to lack of motivation and poor visibility of long-term progress.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1F355-DFE1-0F9C-03C8-E7832233461D}"/>
              </a:ext>
            </a:extLst>
          </p:cNvPr>
          <p:cNvSpPr txBox="1"/>
          <p:nvPr/>
        </p:nvSpPr>
        <p:spPr>
          <a:xfrm>
            <a:off x="103632" y="2871229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SOLUTION IDEA</a:t>
            </a:r>
          </a:p>
          <a:p>
            <a:pPr>
              <a:buNone/>
            </a:pPr>
            <a:r>
              <a:rPr lang="en-US" sz="1400"/>
              <a:t>Habit Rabbit is a structured habit tracking platform that enables users to monitor consistency through streak tracking, historical data storage, and visual progress insights.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8A6C8-5F55-F061-1B45-5E614639B75D}"/>
              </a:ext>
            </a:extLst>
          </p:cNvPr>
          <p:cNvSpPr txBox="1"/>
          <p:nvPr/>
        </p:nvSpPr>
        <p:spPr>
          <a:xfrm>
            <a:off x="103632" y="3979225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TARGET USERS</a:t>
            </a:r>
          </a:p>
          <a:p>
            <a:pPr>
              <a:buNone/>
            </a:pPr>
            <a:r>
              <a:rPr lang="en-US" sz="1400"/>
              <a:t>• College Students</a:t>
            </a:r>
            <a:br>
              <a:rPr lang="en-US" sz="1400"/>
            </a:br>
            <a:r>
              <a:rPr lang="en-US" sz="1400"/>
              <a:t>• Competitive Exam Aspirants</a:t>
            </a:r>
            <a:br>
              <a:rPr lang="en-US" sz="1400"/>
            </a:br>
            <a:r>
              <a:rPr lang="en-US" sz="1400"/>
              <a:t>• Working Professionals</a:t>
            </a:r>
            <a:br>
              <a:rPr lang="en-US" sz="1400"/>
            </a:br>
            <a:r>
              <a:rPr lang="en-US" sz="1400"/>
              <a:t>• Fitness Enthusiasts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C67BFE-2249-5BE5-4836-1D72B9E1E9D5}"/>
              </a:ext>
            </a:extLst>
          </p:cNvPr>
          <p:cNvSpPr txBox="1"/>
          <p:nvPr/>
        </p:nvSpPr>
        <p:spPr>
          <a:xfrm>
            <a:off x="103632" y="5302665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/>
              <a:t>TARGET USERS</a:t>
            </a:r>
          </a:p>
          <a:p>
            <a:pPr>
              <a:buNone/>
            </a:pPr>
            <a:r>
              <a:rPr lang="en-US" sz="1400"/>
              <a:t>• College Students</a:t>
            </a:r>
            <a:br>
              <a:rPr lang="en-US" sz="1400"/>
            </a:br>
            <a:r>
              <a:rPr lang="en-US" sz="1400"/>
              <a:t>• Competitive Exam Aspirants</a:t>
            </a:r>
            <a:br>
              <a:rPr lang="en-US" sz="1400"/>
            </a:br>
            <a:r>
              <a:rPr lang="en-US" sz="1400"/>
              <a:t>• Working Professionals</a:t>
            </a:r>
            <a:br>
              <a:rPr lang="en-US" sz="1400"/>
            </a:br>
            <a:r>
              <a:rPr lang="en-US" sz="1400"/>
              <a:t>• Fitness Enthusiasts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3FE0D-9D71-AE35-998F-3106EA7AC6E8}"/>
              </a:ext>
            </a:extLst>
          </p:cNvPr>
          <p:cNvSpPr txBox="1"/>
          <p:nvPr/>
        </p:nvSpPr>
        <p:spPr>
          <a:xfrm>
            <a:off x="6370783" y="870680"/>
            <a:ext cx="683029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/>
              <a:t>TECH STACK SELECTION</a:t>
            </a:r>
          </a:p>
          <a:p>
            <a:r>
              <a:rPr lang="en-IN" sz="1400"/>
              <a:t>• </a:t>
            </a:r>
            <a:r>
              <a:rPr lang="en-IN" sz="1400" b="1"/>
              <a:t>Frontend: </a:t>
            </a:r>
            <a:r>
              <a:rPr lang="en-IN" sz="1400"/>
              <a:t>React.js (Responsive and dynamic UI)</a:t>
            </a:r>
            <a:br>
              <a:rPr lang="en-IN" sz="1400"/>
            </a:br>
            <a:r>
              <a:rPr lang="en-IN" sz="1400"/>
              <a:t>• </a:t>
            </a:r>
            <a:r>
              <a:rPr lang="en-IN" sz="1400" b="1"/>
              <a:t>Backend: </a:t>
            </a:r>
            <a:r>
              <a:rPr lang="en-IN" sz="1400"/>
              <a:t>Node.js + Express.js (API handling and business logic)</a:t>
            </a:r>
            <a:br>
              <a:rPr lang="en-IN" sz="1400"/>
            </a:br>
            <a:r>
              <a:rPr lang="en-IN" sz="1400"/>
              <a:t>• </a:t>
            </a:r>
            <a:r>
              <a:rPr lang="en-IN" sz="1400" b="1"/>
              <a:t>Database: </a:t>
            </a:r>
            <a:r>
              <a:rPr lang="en-IN" sz="1400"/>
              <a:t>MongoDB Atlas (Cloud-based storage)</a:t>
            </a:r>
            <a:br>
              <a:rPr lang="en-IN" sz="1400"/>
            </a:br>
            <a:r>
              <a:rPr lang="en-IN" sz="1400"/>
              <a:t>• </a:t>
            </a:r>
            <a:r>
              <a:rPr lang="en-IN" sz="1400" b="1"/>
              <a:t>Authentication: </a:t>
            </a:r>
            <a:r>
              <a:rPr lang="en-IN" sz="1400"/>
              <a:t>JWT (Secure login system)</a:t>
            </a:r>
            <a:br>
              <a:rPr lang="en-IN" sz="1400"/>
            </a:br>
            <a:r>
              <a:rPr lang="en-IN" sz="1400" b="1"/>
              <a:t>• </a:t>
            </a:r>
            <a:r>
              <a:rPr lang="en-US" sz="1400" b="1"/>
              <a:t>Development Tools: </a:t>
            </a:r>
            <a:r>
              <a:rPr lang="en-US" sz="1400"/>
              <a:t>Thunder Client / Postman – For testing APIs, and </a:t>
            </a:r>
            <a:br>
              <a:rPr lang="en-US" sz="1400"/>
            </a:br>
            <a:r>
              <a:rPr lang="en-US" sz="1400"/>
              <a:t>   VS Code – For writing and managing code.</a:t>
            </a:r>
            <a:endParaRPr lang="en-IN" sz="14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484381-3EAC-103A-1E1C-58E81694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783" y="2717340"/>
            <a:ext cx="4065802" cy="40658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A880669-B000-820C-16A6-65AC0163C732}"/>
              </a:ext>
            </a:extLst>
          </p:cNvPr>
          <p:cNvSpPr txBox="1"/>
          <p:nvPr/>
        </p:nvSpPr>
        <p:spPr>
          <a:xfrm>
            <a:off x="6370783" y="2471118"/>
            <a:ext cx="6599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/>
              <a:t>BASIC ARCHITECTURE IDEA</a:t>
            </a:r>
          </a:p>
        </p:txBody>
      </p:sp>
    </p:spTree>
    <p:extLst>
      <p:ext uri="{BB962C8B-B14F-4D97-AF65-F5344CB8AC3E}">
        <p14:creationId xmlns:p14="http://schemas.microsoft.com/office/powerpoint/2010/main" val="1724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9cc1d5-fd6c-428c-942e-1de848aac5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F5C4E6DAAFC340B1C5D59487E7C18D" ma:contentTypeVersion="9" ma:contentTypeDescription="Create a new document." ma:contentTypeScope="" ma:versionID="45ad0ad0112e1cc6c19037bc4936c4b7">
  <xsd:schema xmlns:xsd="http://www.w3.org/2001/XMLSchema" xmlns:xs="http://www.w3.org/2001/XMLSchema" xmlns:p="http://schemas.microsoft.com/office/2006/metadata/properties" xmlns:ns3="129cc1d5-fd6c-428c-942e-1de848aac571" targetNamespace="http://schemas.microsoft.com/office/2006/metadata/properties" ma:root="true" ma:fieldsID="fc71a33d52afbcf446e0fad03e603e29" ns3:_="">
    <xsd:import namespace="129cc1d5-fd6c-428c-942e-1de848aac57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cc1d5-fd6c-428c-942e-1de848aac57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5B902-7D9B-4A9F-832D-44C7219995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257C87-E8F0-4F97-A328-7F3CA1E12C4D}">
  <ds:schemaRefs>
    <ds:schemaRef ds:uri="129cc1d5-fd6c-428c-942e-1de848aac5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9FF6DDD-A12B-416A-B91F-B5C492C36854}">
  <ds:schemaRefs>
    <ds:schemaRef ds:uri="129cc1d5-fd6c-428c-942e-1de848aac5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G. ROHIT SAI .</dc:creator>
  <cp:revision>4</cp:revision>
  <dcterms:created xsi:type="dcterms:W3CDTF">2026-02-21T06:26:50Z</dcterms:created>
  <dcterms:modified xsi:type="dcterms:W3CDTF">2026-02-21T06:58:56Z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0x010100A8F5C4E6DAAFC340B1C5D59487E7C18D</vt:lpwstr>
  </property>
</Properties>
</file>